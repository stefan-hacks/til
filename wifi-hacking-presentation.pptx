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83107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8244967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32273135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732197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9089181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7357572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6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07582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5472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7E806A-6254-F53D-975E-74F4E2D9B6D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55F91B-10D4-8B01-F44B-BBE1D7075F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765C55-F542-7E7C-1CCA-93E09A1A3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WPA2 4-way handshake is a secure process where a device and an access point (AP) generate unique session keys, proving they know the Wi-Fi password (PMK) without ever sending it, using random numbers (nonces) and MAC addresses to create temporary Pairwise Transient Keys (PTK) for data encryption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AB5A91-6E41-8317-7B7B-A6A8B6EEE9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C4BC86-B000-1D62-E76A-E81241B4C70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656774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5963418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0635084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723301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7488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7389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0814059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057925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842363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2645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75600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136221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446062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6832565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463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8218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6554799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9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881709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1089004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703734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68090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862428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7268452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6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3317899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5767369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9532094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7486029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3298451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3193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2301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8925688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434549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09924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369065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7676191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79659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301677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90480494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298098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816858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920451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9247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92182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4815049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75380463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456956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283276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49775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2096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6883601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337697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985150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3431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4920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856957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629080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371846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7336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16191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263138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9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142485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0457081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2781518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6143485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64651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153276" y="1041399"/>
            <a:ext cx="8555013" cy="2387599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60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Wireless Security Protocols: A Hacker's Perspective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91443612" name="Subtitle 2"/>
          <p:cNvSpPr>
            <a:spLocks noGrp="1"/>
          </p:cNvSpPr>
          <p:nvPr>
            <p:ph type="subTitle" idx="1"/>
          </p:nvPr>
        </p:nvSpPr>
        <p:spPr bwMode="auto">
          <a:xfrm>
            <a:off x="3002881" y="3602037"/>
            <a:ext cx="9144000" cy="16557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Advanced Kali Linux WiFi Hacking Tutorial</a:t>
            </a:r>
            <a:endParaRPr sz="24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4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Understanding Protocols = Tactical Advantage</a:t>
            </a:r>
            <a:endParaRPr sz="24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Presented by: stefan-hacks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396125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4391" y="1225716"/>
            <a:ext cx="2809874" cy="28003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758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Why Understanding Protocols Matters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0672182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This Isn't Academic—It's Tactical</a:t>
            </a: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Each protocol = Different attack surface</a:t>
            </a: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Different vulnerability profiles</a:t>
            </a: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Different cracking methodologies</a:t>
            </a: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Attack strategy changes completely based on protocol</a:t>
            </a: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32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Knowledge Gap: Not knowing protocols = Wasting time on wrong attacks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440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3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The Evolution Timeline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9496827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1999 - WEP: Easily broken in minutes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2003 - WPA: Temporary fix, still vulnerable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2004 - WPA2: Current standard (90% of networks)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2018 - WPA3: New standard, limited adoption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912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3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 of Wi-Fi hotspots that use WPA/WPA2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141408329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2297077" y="1825625"/>
            <a:ext cx="7597845" cy="43513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556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3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WPA2 - Your Main Target</a:t>
            </a:r>
            <a:r>
              <a:rPr>
                <a:solidFill>
                  <a:schemeClr val="bg1"/>
                </a:solidFill>
              </a:rPr>
              <a:t> - </a:t>
            </a:r>
            <a:r>
              <a:rPr lang="en-US" sz="33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The Current Standard (2004-Present)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0008871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How it works: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CCMP encryption with AES (strong crypto)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4-way handshake for key establishment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PMK derived from password via PBKDF2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Critical Vulnerabilities: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KRACK Attack (Key Reinstallation Attack)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Handshake capture + dictionary attacks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    WPS vulnerability (separate feature)</a:t>
            </a: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endParaRPr sz="21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1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Why This Matters: 90% of networks = WPA2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8161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TIME TO HACK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73655183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386054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Office Them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2026-01-19T11:57:30Z</dcterms:modified>
</cp:coreProperties>
</file>